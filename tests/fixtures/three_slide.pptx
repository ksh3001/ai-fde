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 for slide 1: verify with ops lead.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 for slide 2: verify with ops lead.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 for slide 3: verify with ops lead.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This deck covers the maintenance backlog triage use case.</a:t>
            </a:r>
          </a:p>
          <a:p>
            <a:r>
              <a:t>Stakeholders: fleet ops, engineering.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Current Process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Work orders arrive from three source systems.</a:t>
            </a:r>
          </a:p>
          <a:p>
            <a:r>
              <a:t>No single owner reconciles conflicting timestamps.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914400" y="3657600"/>
          <a:ext cx="3657600" cy="914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1828800"/>
              </a:tblGrid>
              <a:tr h="457200">
                <a:tc>
                  <a:txBody>
                    <a:bodyPr/>
                    <a:lstStyle/>
                    <a:p>
                      <a:r>
                        <a:t>Source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Field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t>CMMS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due_date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Proposed Change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Advisory prioritization only. Human authority stays with the maintenance planner.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